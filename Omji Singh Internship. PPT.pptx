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71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20120" y="3875471"/>
            <a:ext cx="8617592" cy="897285"/>
          </a:xfrm>
          <a:prstGeom prst="rect">
            <a:avLst/>
          </a:prstGeom>
          <a:ln>
            <a:noFill/>
          </a:ln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3254" y="2082105"/>
            <a:ext cx="3925341" cy="2952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703669" y="2567880"/>
            <a:ext cx="4784660" cy="5770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484"/>
              </a:lnSpc>
            </a:pPr>
            <a:r>
              <a:rPr sz="4000" b="1" i="0" u="none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3337" y="3289845"/>
            <a:ext cx="4644992" cy="269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325"/>
              </a:lnSpc>
            </a:pPr>
            <a:r>
              <a:rPr sz="1600" b="0" i="0" u="none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Analytics &amp; Business Intelligence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26059" y="4394745"/>
            <a:ext cx="96396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 dirty="0" err="1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Omji</a:t>
            </a:r>
            <a:r>
              <a:rPr sz="1400" b="1" i="0" u="none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Singh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67936" y="4392872"/>
            <a:ext cx="1686976" cy="2173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25SCS1003005314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5923" y="4392872"/>
            <a:ext cx="979685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2025 - 2029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56619" y="4392872"/>
            <a:ext cx="2656623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00" b="1" i="0" u="none" dirty="0" smtClean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sz="1400" b="1" i="0" u="none" dirty="0" smtClean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IILM </a:t>
            </a:r>
            <a:r>
              <a:rPr sz="1400" b="1" i="0" u="none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University, Greater Noida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9183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7375" y="2524479"/>
            <a:ext cx="85725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205638" y="2791179"/>
            <a:ext cx="5780722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200" b="1" i="0" u="none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24125" y="3753204"/>
            <a:ext cx="7143750" cy="590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325"/>
              </a:lnSpc>
            </a:pPr>
            <a:r>
              <a:rPr sz="1500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Bridging academic computer science foundations with industry-aligned full-stack web engineering at Codec Technologies.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15641"/>
            <a:ext cx="5334000" cy="268396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515641"/>
            <a:ext cx="5334000" cy="268396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3000" y="2848629"/>
            <a:ext cx="4670583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u="none" dirty="0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Codec Technologies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5825" y="3239541"/>
            <a:ext cx="4705350" cy="4685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400" b="0" i="0" u="none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ISO 9001:2015 certified and AICTE-recognized technology training and </a:t>
            </a:r>
            <a:r>
              <a:rPr sz="1400" b="0" i="0" u="none" dirty="0" err="1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EdTech</a:t>
            </a:r>
            <a:r>
              <a:rPr sz="1400" b="0" i="0" u="none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organisation</a:t>
            </a:r>
            <a:r>
              <a:rPr sz="1400" b="0" i="0" u="none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826222"/>
            <a:ext cx="4705350" cy="7121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400" b="0" i="0" u="none" dirty="0" err="1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Specialises</a:t>
            </a:r>
            <a:r>
              <a:rPr sz="1400" b="0" i="0" u="none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structured, industry-aligned virtual internships and practical skill-building programs across modern software engineering domains.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62775" y="2848629"/>
            <a:ext cx="456057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u="none" dirty="0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Academic 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825" y="3239541"/>
            <a:ext cx="4705350" cy="7121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400" b="0" i="0" u="none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Completed in partial fulfilment of the Bachelor of Technology in Computer Science and Engineering at IILM University, Greater Noida.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0825" y="4062412"/>
            <a:ext cx="4705350" cy="7121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400" b="0" i="0" u="none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Focused on gaining hands-on software development experience across front-end design, back-end APIs, and database engineering.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825" y="2882354"/>
            <a:ext cx="161925" cy="2095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0825" y="2882354"/>
            <a:ext cx="266700" cy="2095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653674"/>
            <a:ext cx="1160145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u="none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Organization &amp; Program Profile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107632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0500" y="-66603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00100" y="2047875"/>
            <a:ext cx="5105400" cy="4685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400" b="0" i="0"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businesses generate vast amounts of operational and transactional data streams daily.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100" y="2653605"/>
            <a:ext cx="5105400" cy="4685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400" b="0" i="0"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unorganized data lacks actionable business utility without structured visual aggregation.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" y="3259335"/>
            <a:ext cx="5105400" cy="4685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400" b="0" i="0"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static spreadsheets fail to provide immediate visual insights required for executive decision-making.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" y="3865066"/>
            <a:ext cx="5105400" cy="7309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400" b="1" i="0"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 Goal:</a:t>
            </a:r>
            <a:r>
              <a:rPr sz="1400" b="0" i="0"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Construct a central Data Analytics &amp; Business Intelligence Dashboard capable of importing payloads, tracking key metrics, and generating visual reports.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2009775"/>
            <a:ext cx="133350" cy="3590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90"/>
              </a:lnSpc>
            </a:pPr>
            <a:r>
              <a:rPr sz="1800" b="0" i="0"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2615505"/>
            <a:ext cx="133350" cy="3590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90"/>
              </a:lnSpc>
            </a:pPr>
            <a:r>
              <a:rPr sz="1800" b="0" i="0" u="none"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3221235"/>
            <a:ext cx="133350" cy="3590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90"/>
              </a:lnSpc>
            </a:pPr>
            <a:r>
              <a:rPr sz="1800" b="0" i="0" u="none"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3826966"/>
            <a:ext cx="133350" cy="3590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90"/>
              </a:lnSpc>
            </a:pPr>
            <a:r>
              <a:rPr sz="1800" b="0" i="0"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653674"/>
            <a:ext cx="1160145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</a:t>
            </a:r>
            <a:r>
              <a:rPr sz="2800" b="1" i="0" u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  <a:endParaRPr sz="2800" b="1" i="0" u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71500" y="107632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7027" y="2047875"/>
            <a:ext cx="5450148" cy="31908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66082"/>
            <a:ext cx="3530649" cy="278308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466082"/>
            <a:ext cx="3530649" cy="278308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466082"/>
            <a:ext cx="3530649" cy="278308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2742307"/>
            <a:ext cx="609600" cy="609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7725" y="3504307"/>
            <a:ext cx="2440305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 BI Interface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913882"/>
            <a:ext cx="2978199" cy="7309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modular, component-based React UI layouts with customizable widgets for real-time operational metric tracking.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6974" y="2742307"/>
            <a:ext cx="609600" cy="609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06974" y="3504307"/>
            <a:ext cx="2480310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Multi-Source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6974" y="3913882"/>
            <a:ext cx="2978199" cy="7309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 resilient data ingestion pipelines to ingest, parse, and validate JSON/file payloads into structured relational formats.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6224" y="2742307"/>
            <a:ext cx="609600" cy="609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66224" y="3504307"/>
            <a:ext cx="2970371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Full-Stack API Integration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224" y="3913882"/>
            <a:ext cx="2978199" cy="9746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Establish RESTful API endpoints using Node.js and Express coupled with PostgreSQL for optimized schema performance and export modules.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1075" y="2875657"/>
            <a:ext cx="342900" cy="3429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97462" y="2875657"/>
            <a:ext cx="428625" cy="3429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99574" y="2875657"/>
            <a:ext cx="342900" cy="3429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653674"/>
            <a:ext cx="1160145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u="none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Project Objectives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" y="107632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653674"/>
            <a:ext cx="56007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u="none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&amp;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1076325"/>
            <a:ext cx="5334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1500" y="1333500"/>
            <a:ext cx="56007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u="none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Multi-Tier Web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1743075"/>
            <a:ext cx="5334000" cy="472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400" b="0" i="0" u="none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utilizes a 3-tier full-stack architecture dividing presentation, application logic, and data persistence for optimal performance.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2329755"/>
            <a:ext cx="5334000" cy="472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400" b="1" i="0" u="none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Layer:</a:t>
            </a:r>
            <a:r>
              <a:rPr sz="1400" b="0" i="0" u="none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React.js dynamic UI with integrated Chart.js visualization libraries for interactive metrics.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2916435"/>
            <a:ext cx="5334000" cy="472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400" b="1" i="0" u="none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 Layer:</a:t>
            </a:r>
            <a:r>
              <a:rPr sz="1400" b="0" i="0" u="none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Express.js server on Node.js environment handling payload validation and REST route handling.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3503116"/>
            <a:ext cx="5334000" cy="472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400" b="1" i="0" u="none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Layer:</a:t>
            </a:r>
            <a:r>
              <a:rPr sz="1400" b="0" i="0" u="none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r>
              <a:rPr sz="1400" b="0" i="0" u="none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relational database ensuring data integrity and query optimization.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621" y="122830"/>
            <a:ext cx="4746258" cy="664210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9062440"/>
              </p:ext>
            </p:extLst>
          </p:nvPr>
        </p:nvGraphicFramePr>
        <p:xfrm>
          <a:off x="571500" y="2079426"/>
          <a:ext cx="11039473" cy="35563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6377"/>
                <a:gridCol w="3458765"/>
                <a:gridCol w="5844331"/>
              </a:tblGrid>
              <a:tr h="592732">
                <a:tc>
                  <a:txBody>
                    <a:bodyPr/>
                    <a:lstStyle/>
                    <a:p>
                      <a:pPr algn="l"/>
                      <a:r>
                        <a:rPr sz="1400" b="0" i="0" u="none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u="none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Technologies &amp; Tools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u="none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Purpose in Dashboard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592732">
                <a:tc>
                  <a:txBody>
                    <a:bodyPr/>
                    <a:lstStyle/>
                    <a:p>
                      <a:pPr algn="l"/>
                      <a:r>
                        <a:rPr sz="1400" b="0" i="0" u="none" dirty="0">
                          <a:solidFill>
                            <a:srgbClr val="334155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Frontend Layer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u="none" dirty="0">
                          <a:solidFill>
                            <a:srgbClr val="334155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HTML5, CSS3, JavaScript (ES6+), React.js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u="none">
                          <a:solidFill>
                            <a:srgbClr val="334155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Dynamic client-side UI rendering, modular components &amp; state management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92732">
                <a:tc>
                  <a:txBody>
                    <a:bodyPr/>
                    <a:lstStyle/>
                    <a:p>
                      <a:pPr algn="l"/>
                      <a:r>
                        <a:rPr sz="1400" b="0" i="0" u="none">
                          <a:solidFill>
                            <a:srgbClr val="334155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Visualization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u="none" dirty="0">
                          <a:solidFill>
                            <a:srgbClr val="334155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Chart.js, D3.js, Bootstrap Icons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u="none">
                          <a:solidFill>
                            <a:srgbClr val="334155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Interactive bar graphs, trend lines, proportion charts &amp; KPI widgets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92732">
                <a:tc>
                  <a:txBody>
                    <a:bodyPr/>
                    <a:lstStyle/>
                    <a:p>
                      <a:pPr algn="l"/>
                      <a:r>
                        <a:rPr sz="1400" b="0" i="0" u="none">
                          <a:solidFill>
                            <a:srgbClr val="334155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Backend API Layer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u="none">
                          <a:solidFill>
                            <a:srgbClr val="334155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Node.js, Express.js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u="none">
                          <a:solidFill>
                            <a:srgbClr val="334155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RESTful API routing, payload parsing, and export generation logic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92732">
                <a:tc>
                  <a:txBody>
                    <a:bodyPr/>
                    <a:lstStyle/>
                    <a:p>
                      <a:pPr algn="l"/>
                      <a:r>
                        <a:rPr sz="1400" b="0" i="0" u="none">
                          <a:solidFill>
                            <a:srgbClr val="334155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Database Storage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u="none">
                          <a:solidFill>
                            <a:srgbClr val="334155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PostgreSQL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u="none">
                          <a:solidFill>
                            <a:srgbClr val="334155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Relational schema design, transactional persistence, and data indexing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92736">
                <a:tc>
                  <a:txBody>
                    <a:bodyPr/>
                    <a:lstStyle/>
                    <a:p>
                      <a:pPr algn="l"/>
                      <a:r>
                        <a:rPr sz="1400" b="0" i="0" u="none">
                          <a:solidFill>
                            <a:srgbClr val="334155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Tools &amp; Testing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u="none">
                          <a:solidFill>
                            <a:srgbClr val="334155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Git, GitHub, VS Code, Postman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u="none" dirty="0">
                          <a:solidFill>
                            <a:srgbClr val="334155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Version control, API endpoint testing, and code execution workflow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76262" y="2587079"/>
            <a:ext cx="173637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312640" y="2587079"/>
            <a:ext cx="345876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771405" y="2587079"/>
            <a:ext cx="584433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76262" y="3335684"/>
            <a:ext cx="173637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312640" y="3335684"/>
            <a:ext cx="345876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771405" y="3335684"/>
            <a:ext cx="584433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76262" y="3848100"/>
            <a:ext cx="173637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312640" y="3848100"/>
            <a:ext cx="345876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771405" y="3848100"/>
            <a:ext cx="584433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76262" y="4596705"/>
            <a:ext cx="173637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312640" y="4596705"/>
            <a:ext cx="345876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771405" y="4596705"/>
            <a:ext cx="584433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76262" y="5109120"/>
            <a:ext cx="173637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312640" y="5109120"/>
            <a:ext cx="345876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771405" y="5109120"/>
            <a:ext cx="584433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71500" y="476250"/>
            <a:ext cx="11601450" cy="392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 Breakdown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500" y="107632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181475"/>
            <a:ext cx="2541240" cy="146446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7419" y="2259806"/>
            <a:ext cx="2541240" cy="146446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3339" y="4181475"/>
            <a:ext cx="2541240" cy="1721643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9259" y="2002631"/>
            <a:ext cx="2541240" cy="172164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1500" y="3933825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77990" y="4343400"/>
            <a:ext cx="2328259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 u="none" dirty="0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 1: Fundamentals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3425" y="4657725"/>
            <a:ext cx="2217390" cy="10259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27"/>
              </a:lnSpc>
            </a:pPr>
            <a:r>
              <a:rPr sz="1400" b="0" i="0" u="none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basics (HTML5/CSS3), ES6+ JavaScript, DOM manipulation, </a:t>
            </a:r>
            <a:r>
              <a:rPr sz="1400" b="0" i="0" u="none" dirty="0" err="1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sz="1400" b="0" i="0" u="none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repository setup &amp; workflow initialization.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13910" y="2421731"/>
            <a:ext cx="2328259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 u="none" dirty="0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 2: React &amp; Charts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9344" y="2736056"/>
            <a:ext cx="2217390" cy="8207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27"/>
              </a:lnSpc>
            </a:pPr>
            <a:r>
              <a:rPr sz="1400" b="0" i="0" u="none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 component hierarchy setup, state &amp; props handling, and integration of Chart.js graphical visualizations.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9830" y="4343400"/>
            <a:ext cx="2328259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 u="none" dirty="0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 3: Node &amp; Database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5264" y="4740592"/>
            <a:ext cx="2272825" cy="8207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27"/>
              </a:lnSpc>
            </a:pPr>
            <a:r>
              <a:rPr sz="1400" b="0" i="0" u="none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Developing Express.js REST API routes, handling HTTP requests, and connecting </a:t>
            </a:r>
            <a:r>
              <a:rPr sz="1400" b="0" i="0" u="none" dirty="0" err="1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r>
              <a:rPr sz="1400" b="0" i="0" u="none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database schemas.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85750" y="2164556"/>
            <a:ext cx="2328259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 u="none" dirty="0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 4: Synthesis &amp; Export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41184" y="2736056"/>
            <a:ext cx="2217390" cy="8262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27"/>
              </a:lnSpc>
            </a:pPr>
            <a:r>
              <a:rPr sz="1400" b="0" i="0" u="none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Integrating client-server layers, implementing dynamic KPI filtering, analytical export engine &amp; system evaluation.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476250"/>
            <a:ext cx="11601450" cy="392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4-Week Internship Timeline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107632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1746870" y="38576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582790" y="38576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418709" y="38576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10254629" y="38576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26504"/>
            <a:ext cx="5334000" cy="291934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05000" y="3162300"/>
            <a:ext cx="2667000" cy="10643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8250"/>
              </a:lnSpc>
            </a:pPr>
            <a:r>
              <a:rPr sz="8250" b="1" i="0" u="none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5050" y="4324350"/>
            <a:ext cx="18669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Full-Stack Execution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500" y="2771775"/>
            <a:ext cx="56007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u="none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End-to-End System Delivery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0" y="3181350"/>
            <a:ext cx="5334000" cy="7121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400" b="0" i="0" u="none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designed, implemented, and deployed a functional Business Intelligence Dashboard platform within the 1-month intensive program timeline.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0" y="4004220"/>
            <a:ext cx="5334000" cy="4685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400" b="0" i="0" u="none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Engineered multi-source data ingestion pipelines capable of parsing payloads and generating real-time analytical summaries with zero UI lag.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653674"/>
            <a:ext cx="1160145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u="none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Project Achievements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07632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333500"/>
            <a:ext cx="11049000" cy="50482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545359"/>
            <a:ext cx="11049000" cy="7962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640026"/>
            <a:ext cx="1160145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u="none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 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107632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162567" y="201986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3207224" y="201986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2996170" y="2389201"/>
            <a:ext cx="662550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THANK</a:t>
            </a:r>
            <a:r>
              <a:rPr lang="en-US" sz="8000" b="1" u="sng" dirty="0" smtClean="0"/>
              <a:t> </a:t>
            </a:r>
            <a:r>
              <a:rPr lang="en-US" sz="80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r>
              <a:rPr lang="en-US" sz="8000" b="1" u="sng" dirty="0" smtClean="0"/>
              <a:t> </a:t>
            </a:r>
            <a:endParaRPr lang="en-IN" sz="8000" b="1" u="sng" dirty="0"/>
          </a:p>
        </p:txBody>
      </p:sp>
    </p:spTree>
    <p:extLst>
      <p:ext uri="{BB962C8B-B14F-4D97-AF65-F5344CB8AC3E}">
        <p14:creationId xmlns:p14="http://schemas.microsoft.com/office/powerpoint/2010/main" val="3650182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569</Words>
  <Application>Microsoft Office PowerPoint</Application>
  <PresentationFormat>Widescreen</PresentationFormat>
  <Paragraphs>73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dell</dc:creator>
  <cp:keywords/>
  <dc:description>generated using python-pptx</dc:description>
  <cp:lastModifiedBy>dell</cp:lastModifiedBy>
  <cp:revision>15</cp:revision>
  <dcterms:created xsi:type="dcterms:W3CDTF">2013-01-27T09:14:16Z</dcterms:created>
  <dcterms:modified xsi:type="dcterms:W3CDTF">2026-09-04T11:23:48Z</dcterms:modified>
  <cp:category/>
</cp:coreProperties>
</file>